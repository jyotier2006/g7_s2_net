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Helvetica Neue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7.xml"/><Relationship Id="rId22" Type="http://schemas.openxmlformats.org/officeDocument/2006/relationships/font" Target="fonts/HelveticaNeueLight-bold.fntdata"/><Relationship Id="rId10" Type="http://schemas.openxmlformats.org/officeDocument/2006/relationships/slide" Target="slides/slide6.xml"/><Relationship Id="rId21" Type="http://schemas.openxmlformats.org/officeDocument/2006/relationships/font" Target="fonts/HelveticaNeueLight-regular.fntdata"/><Relationship Id="rId13" Type="http://schemas.openxmlformats.org/officeDocument/2006/relationships/slide" Target="slides/slide9.xml"/><Relationship Id="rId24" Type="http://schemas.openxmlformats.org/officeDocument/2006/relationships/font" Target="fonts/HelveticaNeueLight-boldItalic.fntdata"/><Relationship Id="rId12" Type="http://schemas.openxmlformats.org/officeDocument/2006/relationships/slide" Target="slides/slide8.xml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HelveticaNeue-italic.fntdata"/><Relationship Id="rId6" Type="http://schemas.openxmlformats.org/officeDocument/2006/relationships/slide" Target="slides/slide2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cca74e8f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cca74e8f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cca74e8f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ca74e8f5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cca74e8f5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cca74e8f5_0_4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ca74e8f5_0_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cca74e8f5_0_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cca74e8f5_0_4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ca74e8f5_0_4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cca74e8f5_0_4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cca74e8f5_0_4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cca74e8f5_0_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cca74e8f5_0_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cca74e8f5_0_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cca74e8f5_0_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cca74e8f5_0_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bcca74e8f5_0_4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ca74e8f5_0_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cca74e8f5_0_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bcca74e8f5_0_4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ca74e8f5_0_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ca74e8f5_0_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cca74e8f5_0_5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ca74e8f5_0_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bcca74e8f5_0_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bcca74e8f5_0_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882025" y="313595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Analysis</a:t>
            </a:r>
            <a:r>
              <a:rPr lang="en-US" sz="4300"/>
              <a:t> of Network Congestion and Queue Delay</a:t>
            </a:r>
            <a:endParaRPr sz="4300"/>
          </a:p>
        </p:txBody>
      </p:sp>
      <p:sp>
        <p:nvSpPr>
          <p:cNvPr id="89" name="Google Shape;89;p13"/>
          <p:cNvSpPr txBox="1"/>
          <p:nvPr/>
        </p:nvSpPr>
        <p:spPr>
          <a:xfrm>
            <a:off x="882025" y="4379375"/>
            <a:ext cx="5456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Section 2 Group -7 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Milestone -1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845850" y="5856875"/>
            <a:ext cx="3150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Yashika Ashar-AU2440182</a:t>
            </a:r>
            <a:endParaRPr sz="20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Rudra Mehta-AU2440268</a:t>
            </a:r>
            <a:endParaRPr sz="20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784475" y="9140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/>
              <a:t>Queueing Network models for Delay Analysis in Wireless Ad-Hoc Networks</a:t>
            </a:r>
            <a:endParaRPr/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035650" y="3956300"/>
            <a:ext cx="108744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Wireless Networks have no fixed infrastructure</a:t>
            </a:r>
            <a:endParaRPr b="1" sz="6026"/>
          </a:p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Nodes send packets at random times</a:t>
            </a:r>
            <a:endParaRPr b="1" sz="6026"/>
          </a:p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There is unpredictable interference</a:t>
            </a:r>
            <a:endParaRPr b="1" sz="5226"/>
          </a:p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Delays are uncertain and </a:t>
            </a:r>
            <a:r>
              <a:rPr b="1" lang="en-US" sz="6026"/>
              <a:t>unpredictable</a:t>
            </a:r>
            <a:endParaRPr b="1" sz="6026"/>
          </a:p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Wireless medium access is random</a:t>
            </a:r>
            <a:endParaRPr b="1" sz="6026"/>
          </a:p>
          <a:p>
            <a:pPr indent="-32427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6026"/>
              <a:t>Network </a:t>
            </a:r>
            <a:r>
              <a:rPr b="1" lang="en-US" sz="6026"/>
              <a:t>Topology</a:t>
            </a:r>
            <a:r>
              <a:rPr b="1" lang="en-US" sz="6026"/>
              <a:t> is Random</a:t>
            </a:r>
            <a:endParaRPr b="1" sz="6026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</a:rPr>
              <a:t>Project Objective and Scope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639277" y="17628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objective of this project is to analyze waiting time , delay, throughput, and packet loss under different traffic loads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Scope: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Project focuses on Probabilistic queueing models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Using Python based simulations it will simulate simplified network congestion scenarios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Project will also evaluate delay , throughput and packet loss and also emphasize on conceptual understanding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System Overview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Network consists of randomly distributed nodes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Each node has a packet queue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Packets travel across multiple hops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Each node is modeled as M/M/1 queue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End-to-End delays=Sum of delays at all visited nodes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Sources of Uncertainity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Random Packet arrival at Nodes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Interference from neighbouring Nodes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Random routing decisions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Random destination selection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Key Random Variables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λ=Packet Arrival Rate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μ= Service Rate (Exponential Service Rate)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W=Waiting Time in Queue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T=Total System Delay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ρ=λ/μ  (Utilization: Congestion Rate)</a:t>
            </a:r>
            <a:endParaRPr/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Probabilistic Models and Assumptions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Packet Arrivals modeled as Poisson process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Back off time modeled using exponential distribution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Nodes are assumed symmetrical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Infinite buffer capacity</a:t>
            </a:r>
            <a:endParaRPr/>
          </a:p>
        </p:txBody>
      </p:sp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Probabilistic Reasoning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Random Arrivals create queueing delay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Delay </a:t>
            </a:r>
            <a:r>
              <a:rPr lang="en-US"/>
              <a:t>accumulates</a:t>
            </a:r>
            <a:r>
              <a:rPr lang="en-US"/>
              <a:t> over multiple hops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Probability links local delay to global delay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Diffusion Approximation estimates queue behavior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Operationalizing Probability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Analytical expressions are derived for delay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Performance is evaluated using average end-to-end delay and throughput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Probabilistic assumption simplify evaluation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-US"/>
              <a:t>Simulation used to validate theoretical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Current Limitations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Idealized Network Topology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Infinite buffers assumed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100">
                <a:latin typeface="Arial"/>
                <a:ea typeface="Arial"/>
                <a:cs typeface="Arial"/>
                <a:sym typeface="Arial"/>
              </a:rPr>
              <a:t>Model is simplified and doesn’t capture real world network complexities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Random Access MAC protocol</a:t>
            </a:r>
            <a:endParaRPr b="1"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048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Refine probabilistic assumptions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4048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Improve realism of MAC behavior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4048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Extend analysis to different traffic patterns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-40481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Coordination via GitHub for future milestones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</a:rPr>
              <a:t>Summary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527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Delay and throughput are inherently probabilistic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527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Queuing theory models multihop behavior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527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Random access MAC introduces uncertainty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527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Analytical and simulation results align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5274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Group has a shared understanding of the system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